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640080"/>
            <a:ext cx="4572000" cy="502920"/>
          </a:xfrm>
          <a:prstGeom prst="rect">
            <a:avLst>
              <a:gd name="adj" fmla="val 90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SYSTEM ARCHITECTURE FLOWCHART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Battle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9E0B"/>
                </a:solidFill>
              </a:rPr>
              <a:t>Compete. Save. Win.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B4FC"/>
                </a:solidFill>
              </a:rPr>
              <a:t>Complete Application Flowchart — Frontend · Backend · Database · Gamification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069080"/>
            <a:ext cx="1645920" cy="5029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PHP 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4069080"/>
            <a:ext cx="16459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069080"/>
            <a:ext cx="1645920" cy="50292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846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1 of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APPLICATION ARCHITECTURE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14300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HTML · CSS · JavaScript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78992"/>
            <a:ext cx="957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78992"/>
            <a:ext cx="957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index.html (Landing)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89960" y="1078992"/>
            <a:ext cx="957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89960" y="1078992"/>
            <a:ext cx="957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register.html / login.html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56760" y="1078992"/>
            <a:ext cx="957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6760" y="1078992"/>
            <a:ext cx="957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dashboard.php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3560" y="1078992"/>
            <a:ext cx="957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078992"/>
            <a:ext cx="957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expenses.php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90360" y="1078992"/>
            <a:ext cx="957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90360" y="1078992"/>
            <a:ext cx="957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budget.php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57160" y="1078992"/>
            <a:ext cx="957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57160" y="1078992"/>
            <a:ext cx="957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leaderboard.php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77440"/>
            <a:ext cx="8595360" cy="11430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77440"/>
            <a:ext cx="201168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774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PHP APIs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231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register.php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login.php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519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add_expense.php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663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663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delete_expense.php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07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get_budget.php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951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951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save_budget.php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09560" y="2542032"/>
            <a:ext cx="804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09560" y="254203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get_leaderboard.php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8595360" cy="11430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840480"/>
            <a:ext cx="201168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404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23160" y="4005072"/>
            <a:ext cx="2023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423160" y="4005072"/>
            <a:ext cx="2023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users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56760" y="4005072"/>
            <a:ext cx="2023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56760" y="4005072"/>
            <a:ext cx="2023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budgets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90360" y="4005072"/>
            <a:ext cx="2023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90360" y="4005072"/>
            <a:ext cx="2023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expenses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0" y="2057400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89120" y="3520440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3657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AUTHENTICATION FLOW — REGISTER &amp; LOGIN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32004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144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visits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register.html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444752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320040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5179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Fill form: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Username · Email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Password · Confirm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2048256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21408"/>
            <a:ext cx="320040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" y="2121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Validate: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Email format?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Passwords match?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724912"/>
            <a:ext cx="32004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2724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Show Error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Message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3255264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328416"/>
            <a:ext cx="32004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332841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Hash Password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(password_hash)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385876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931920"/>
            <a:ext cx="32004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3931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INSERT into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users table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4462272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535424"/>
            <a:ext cx="320040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" y="453542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Redirect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login.html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2258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Fail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2386584"/>
            <a:ext cx="50292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265176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914400"/>
            <a:ext cx="32004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9144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visits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login.html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1444752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1517904"/>
            <a:ext cx="320040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15179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Enter Email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&amp; Password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23760" y="2048256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2121408"/>
            <a:ext cx="32004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15000" y="2121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Find user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Email in 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2651760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15000" y="2724912"/>
            <a:ext cx="320040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715000" y="2724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User found?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password_verify()?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15000" y="3328416"/>
            <a:ext cx="32004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15000" y="332841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Show 'Invalid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Credentials'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385876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15000" y="3931920"/>
            <a:ext cx="32004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15000" y="3931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Create PHP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$_SESSION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4462272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15000" y="4535424"/>
            <a:ext cx="320040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715000" y="453542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Redirect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dashboard.php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749808"/>
            <a:ext cx="32004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74980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REGISTER FLOW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15000" y="749808"/>
            <a:ext cx="32004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74980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LOGIN FLOW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3 of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 PAGE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Lands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dashboard.php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86868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7432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Session Check: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$_SESSION['user_id']?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86868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868680"/>
            <a:ext cx="274320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 Session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Redirect to 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✓ Session Valid → Load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1463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196596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Query: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Points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50592" y="1920240"/>
            <a:ext cx="19659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50592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Query: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Monthly Budget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920240"/>
            <a:ext cx="19659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26864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Query: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Expenses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1920240"/>
            <a:ext cx="19659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03136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Query: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Recent 5 Expenses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633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▼  Render Dashboard Widgets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1965960" cy="74980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29718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🏆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Display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50592" y="2971800"/>
            <a:ext cx="1965960" cy="749808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50592" y="29718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Budget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2971800"/>
            <a:ext cx="1965960" cy="749808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26864" y="29718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🍩 Spending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Doughnut Chart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03136" y="2971800"/>
            <a:ext cx="1965960" cy="749808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03136" y="29718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Recent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Expenses List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822192"/>
            <a:ext cx="85953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SIDEBAR NAVIGATION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78808"/>
            <a:ext cx="12801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78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🏠 Dashboard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83080" y="4178808"/>
            <a:ext cx="12801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4178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➕ Add Expense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4178808"/>
            <a:ext cx="12801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178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📋 View Expenses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4178808"/>
            <a:ext cx="12801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4178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💰 Budget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4178808"/>
            <a:ext cx="12801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178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🏆 Leaderboard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4178808"/>
            <a:ext cx="12801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4178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🚪 Logout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956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ADD EXPENSE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474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Navigate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Add Expense Page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99032"/>
            <a:ext cx="347472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99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Fill Form: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Category · Description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Amount · Date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185623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34747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9293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Client-side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Validation (JS)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38658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34747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4597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POST → add_expense.php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291693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3474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INSERT expense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into DB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344728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3474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Fetch monthly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budget &amp; total spent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397764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50792"/>
            <a:ext cx="34747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050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Recalculate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User Points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37360" y="450799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581144"/>
            <a:ext cx="34747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5811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Redirect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868680"/>
            <a:ext cx="4754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062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EXPENSE CATEGORIES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1234440"/>
            <a:ext cx="1417320" cy="365760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062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🍔 Food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15000" y="1234440"/>
            <a:ext cx="1417320" cy="365760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🚗 Transport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1234440"/>
            <a:ext cx="1417320" cy="36576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2376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🛍 Shopping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06240" y="1673352"/>
            <a:ext cx="1417320" cy="36576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06240" y="1673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💡 Bills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15000" y="1673352"/>
            <a:ext cx="1417320" cy="36576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15000" y="1673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🎭 Entertainment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673352"/>
            <a:ext cx="1417320" cy="365760"/>
          </a:xfrm>
          <a:prstGeom prst="rect">
            <a:avLst/>
          </a:prstGeom>
          <a:solidFill>
            <a:srgbClr val="64748B">
              <a:alpha val="75000"/>
            </a:srgbClr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1673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📦 Other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0" y="2423160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0624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VALIDATION RULES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2770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Amount &gt; 0 and is numeric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06240" y="2971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Date is not in future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06240" y="31729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Category is selected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06240" y="3374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Description is not empty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0" y="3749040"/>
            <a:ext cx="47548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20624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POINTS RECALCULATION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06240" y="40873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After every expense: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0624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Points = (Budget − TotalSpent) ÷ 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206240" y="4617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UPDATE users SET points = … WHERE id = user_id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72400" y="4956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5 of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VIEW EXPENSES &amp; DELETE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Navigate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expenses.php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0" y="9144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116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Check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0" y="9144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SELECT expenses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WHERE user_id = 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9144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914400"/>
            <a:ext cx="201168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Render Table: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Date · Category · Desc · Amount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9968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39896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9824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59752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01168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2025-06-01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29968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🍔 Food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9896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Lunch at cafe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9824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$12.50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🗑 Delete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377440"/>
            <a:ext cx="8595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77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2025-06-02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29968" y="2377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🚗 Transport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39896" y="2377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Uber ride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49824" y="2377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$8.00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59752" y="2377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🗑 Delete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7432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2025-06-03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29968" y="27432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💡 Bills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39896" y="27432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Electricity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49824" y="27432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$95.00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59752" y="27432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🗑 Delete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DELETE EXPENSE SUB-FLOW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566160"/>
            <a:ext cx="111556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clicks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🗑 Delete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527048" y="3566160"/>
            <a:ext cx="100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627632" y="3566160"/>
            <a:ext cx="1115568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627632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JS confirm()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Dialog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3200" y="3566160"/>
            <a:ext cx="100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843784" y="3566160"/>
            <a:ext cx="1115568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843784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POST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delete_expense.php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959352" y="3566160"/>
            <a:ext cx="100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059936" y="3566160"/>
            <a:ext cx="111556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059936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Verify expense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belongs to user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175504" y="3566160"/>
            <a:ext cx="100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276088" y="3566160"/>
            <a:ext cx="111556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276088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DELETE FROM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expenses WHERE id=?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91656" y="3566160"/>
            <a:ext cx="100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92240" y="3566160"/>
            <a:ext cx="111556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492240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Recalculate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Points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607808" y="3566160"/>
            <a:ext cx="100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708392" y="3566160"/>
            <a:ext cx="1115568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708392" y="3566160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Refresh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Expenses Page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72400" y="4956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BUDGET MANAGEMENT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5603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Navigate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budget.php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256032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6733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Session Check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35915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78024"/>
            <a:ext cx="25603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47802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Load existing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budget (if any)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16382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82696"/>
            <a:ext cx="256032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28269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Fill form: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Amount · Month · Year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96849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87368"/>
            <a:ext cx="256032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 → save_budget.php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234440"/>
            <a:ext cx="27432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Budget exists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for this month?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✗ 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28600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INSERT new budget record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234440"/>
            <a:ext cx="24688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UPDATE existing budget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017520"/>
            <a:ext cx="5669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3063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BUDGET PAGE DISPLAY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383280"/>
            <a:ext cx="1298448" cy="146304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3383280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₹10,000
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Monthly Budget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81728" y="3383280"/>
            <a:ext cx="1298448" cy="146304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3383280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₹7,500
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Total Spent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71616" y="3383280"/>
            <a:ext cx="1298448" cy="146304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71616" y="3383280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₹2,500
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Remaining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61504" y="3383280"/>
            <a:ext cx="1298448" cy="146304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61504" y="3383280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250 pts
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Points Earned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291840" y="4754880"/>
            <a:ext cx="53949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754880"/>
            <a:ext cx="40462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47548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75% of budget used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956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7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GAMIFICATION &amp; POINTS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POINTS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Points  =  ( Budget  −  Total Spent )  ÷  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Points are updated in the users table after every expense add or delete, and when the budget changes.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Example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560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Budget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45920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₹10,000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Spent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5920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₹8,000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2560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Savings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₹2,000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85616"/>
            <a:ext cx="25603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Points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45920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200 pts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82112" y="22402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82112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Example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2606040"/>
            <a:ext cx="2560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Budget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53712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₹5,000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73552" y="2999232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Spent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53712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73552" y="3392424"/>
            <a:ext cx="2560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Savings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53712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₹5,000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73552" y="3785616"/>
            <a:ext cx="25603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Points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53712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500 pts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9904" y="22402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89904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Example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1344" y="2606040"/>
            <a:ext cx="2560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Budget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61504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₹2,000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81344" y="2999232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Spent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61504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₹1,800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81344" y="3392424"/>
            <a:ext cx="2560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Savings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61504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₹200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81344" y="3785616"/>
            <a:ext cx="25603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Points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61504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20 pts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4462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TRIGGER EVENTS  →  Points Recalculated: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0" y="4507992"/>
            <a:ext cx="1600200" cy="411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0" y="4507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⚡ Add Expense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94960" y="4507992"/>
            <a:ext cx="1600200" cy="411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4507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⚡ Delete Expense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32320" y="4507992"/>
            <a:ext cx="1600200" cy="411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4507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⚡ Update Budget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72400" y="4956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LEADERBOARD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Navigate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leaderboard.php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00784"/>
            <a:ext cx="274320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007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Check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34086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87168"/>
            <a:ext cx="2743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SELECT 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ORDER BY points DESC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312724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73552"/>
            <a:ext cx="27432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273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Render Ranked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91363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27432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0599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Highlight current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user's row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9144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960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🏆  LEADERBOARD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1325880"/>
            <a:ext cx="54864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325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325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325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1673352"/>
            <a:ext cx="5486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16733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🥇 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16733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alex99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1673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500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0552"/>
            <a:ext cx="5486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1305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A0"/>
                </a:solidFill>
              </a:rPr>
              <a:t>🥈 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1305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maria_s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86600" y="2130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320 pts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2587752"/>
            <a:ext cx="5486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5877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7F32"/>
                </a:solidFill>
              </a:rPr>
              <a:t>🥉 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25877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john_doe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2587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200 pts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3044952"/>
            <a:ext cx="5486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0449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0449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sarah_k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86600" y="3044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80 pts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3502152"/>
            <a:ext cx="548640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5021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35021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you  ← You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35021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50 pts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0" y="39867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Sorted by points DESC — updated in real-time after each expense/budget change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0" y="4956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9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 SCHEMA &amp; RELATIONSHIPS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320040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3200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1673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🔑 id (PK, AUTO_INC)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642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username (VARCHAR)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011680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011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email (VARCHAR)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359152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35915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password (VARCHAR, hashed)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706624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066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points (INT, default 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05409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created_at (TIMESTAMP)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914400"/>
            <a:ext cx="3200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914400"/>
            <a:ext cx="3200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budgets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1316736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131673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🔑 id (PK, AUTO_INC)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6160" y="1664208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16642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🔗 user_id (FK → users.id)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2011680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2011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monthly_budget (DECIMAL)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66160" y="2359152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0168" y="235915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month (VARCHAR)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66160" y="2706624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27066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year (INT)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914400"/>
            <a:ext cx="320040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914400"/>
            <a:ext cx="3200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expenses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1316736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131673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🔑 id (PK, AUTO_INC)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1664208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6642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🔗 user_id (FK → users.id)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2011680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2011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category (VARCHAR)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2359152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235915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description (TEXT)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2706624"/>
            <a:ext cx="3108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27066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amount (DECIMAL)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3054096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3368" y="305409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date (DATE)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83280" y="2011680"/>
            <a:ext cx="1371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1 : 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6072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1 : 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2880" y="4434840"/>
            <a:ext cx="877824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2004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🔒  SECURITY: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45920" y="44805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password_hash() + password_verify()  •  Prepared Statements (PDO) prevent SQL Injection  •  Session-based auth on all .php pages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589520" y="49560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Slide 10 of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Battle - System Flowchart</dc:title>
  <dc:subject>PptxGenJS Presentation</dc:subject>
  <dc:creator>PptxGenJS</dc:creator>
  <cp:lastModifiedBy>PptxGenJS</cp:lastModifiedBy>
  <cp:revision>1</cp:revision>
  <dcterms:created xsi:type="dcterms:W3CDTF">2026-03-14T03:28:26Z</dcterms:created>
  <dcterms:modified xsi:type="dcterms:W3CDTF">2026-03-14T03:28:26Z</dcterms:modified>
</cp:coreProperties>
</file>